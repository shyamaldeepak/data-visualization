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Video Game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Data Visualization Project</a:t>
            </a:r>
          </a:p>
          <a:p>
            <a:r>
              <a:t>Member 1 | Member 2 | Member 3 | Member 4 | Member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Context &amp; Data (Member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Video Game Sales (Kaggle / VGChartz, Oct 2016)</a:t>
            </a:r>
          </a:p>
          <a:p>
            <a:pPr lvl="1"/>
            <a:r>
              <a:t>Records: 16,598 games, 11 attributes</a:t>
            </a:r>
          </a:p>
          <a:p>
            <a:r>
              <a:t>Main Question: What are the primary factors that drive the commercial success of a video game globally?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Top Selling Genres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=&gt; Action and Sports games dominate global sales due to broad demographic appeal.</a:t>
            </a:r>
          </a:p>
          <a:p>
            <a:r>
              <a:t>[INSERT GENRE BAR CHART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Top Performing Platforms (Member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=&gt; PS2, Xbox 360, and Wii lead historical sales, reflecting the 2000s console boom.</a:t>
            </a:r>
          </a:p>
          <a:p>
            <a:r>
              <a:t>[INSERT PLATFORM BAR CHART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Sales Over Time (Member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=&gt; Sales peaked heavily around 2008-2009. The drop after 2010 is largely because digital sales are missing from this dataset.</a:t>
            </a:r>
          </a:p>
          <a:p>
            <a:r>
              <a:t>[INSERT YEARS LINE CHART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Regional Contributions (Member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=&gt; North America is the dominant market (~50% of global sales).</a:t>
            </a:r>
          </a:p>
          <a:p>
            <a:r>
              <a:t>[INSERT REGIONAL PIE/BAR CHART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Rank vs. Sales Relationship (Member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=&gt; Correlation: -0.42. The absolute top 10 ranked games sell exponentially more than the rest.</a:t>
            </a:r>
          </a:p>
          <a:p>
            <a:r>
              <a:t>[INSERT SCATTER PLOT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Critical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Drivers: Action/Sports genres, major consoles (PS2/Wii), NA market.</a:t>
            </a:r>
          </a:p>
          <a:p>
            <a:pPr/>
            <a:r>
              <a:t>Limitations: Data ends in 2016 and lacks digital sales.</a:t>
            </a:r>
          </a:p>
          <a:p>
            <a:pPr/>
            <a:r>
              <a:t>Next Steps: Incorporate modern digital APIs and apply machine learning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 for the Audience: Do you think Action games still dominate today, or have mobile games completely changed the landscape?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